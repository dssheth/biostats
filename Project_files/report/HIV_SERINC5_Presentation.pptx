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HIV-1 Nef &amp; SERINC5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Replication and Analysis of Rosa et al. 2015</a:t>
            </a:r>
          </a:p>
          <a:p>
            <a:r>
              <a:t>(Insert name, date)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HIV-1 Nef increases infectivity of viral particles</a:t>
            </a:r>
          </a:p>
          <a:p>
            <a:r>
              <a:t>• SERINC5 identified as restriction factor</a:t>
            </a:r>
          </a:p>
          <a:p>
            <a:r>
              <a:t>• Goal: replicate + extend findings using RNA-seq data</a:t>
            </a:r>
          </a:p>
          <a:p>
            <a:r>
              <a:t>INSERT FIGURE: study design / schematic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15 cell lines (RNA-seq HTSeq counts)</a:t>
            </a:r>
          </a:p>
          <a:p>
            <a:r>
              <a:t>• Infectivity ratio (Nef+/Nef-)</a:t>
            </a:r>
          </a:p>
          <a:p>
            <a:r>
              <a:t>• Ensembl gene expression → RPM → log2 transform</a:t>
            </a:r>
          </a:p>
          <a:p>
            <a:r>
              <a:t>INSERT FIGURE: dataset overview / sample distribution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RNA-seq preprocessing (count matrix, RPM, log2)</a:t>
            </a:r>
          </a:p>
          <a:p>
            <a:r>
              <a:t>• Correlation analysis (Pearson, Spearman, Kendall)</a:t>
            </a:r>
          </a:p>
          <a:p>
            <a:r>
              <a:t>• FDR correction (Benjamini-Hochberg)</a:t>
            </a:r>
          </a:p>
          <a:p>
            <a:r>
              <a:t>• Group comparison (Wilcoxon test)</a:t>
            </a:r>
          </a:p>
          <a:p>
            <a:r>
              <a:t>• PCA for global structure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Replication of Rosa et al.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SERINC5 vs Infectivity correlation</a:t>
            </a:r>
          </a:p>
          <a:p>
            <a:r>
              <a:t>• SERINC3 vs Infectivity correlation</a:t>
            </a:r>
          </a:p>
          <a:p>
            <a:r>
              <a:t>INSERT FIGURE: scatter plots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H1: SERINC5 in High vs Low Nef Cells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Wilcoxon rank-sum test</a:t>
            </a:r>
          </a:p>
          <a:p>
            <a:r>
              <a:t>• Permutation test validation</a:t>
            </a:r>
          </a:p>
          <a:p>
            <a:r>
              <a:t>RESULTS: INSERT p-value + boxplot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H2: SERINC5 vs Infectivity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Pearson correlation (linear)</a:t>
            </a:r>
          </a:p>
          <a:p>
            <a:r>
              <a:t>• Spearman correlation (rank-based)</a:t>
            </a:r>
          </a:p>
          <a:p>
            <a:r>
              <a:t>• Kendall correlation (robust check)</a:t>
            </a:r>
          </a:p>
          <a:p>
            <a:r>
              <a:t>RESULTS: INSERT correlation values + scatter plot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H3: SERINC3–SERINC5 Co-expression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Spearman correlation analysis</a:t>
            </a:r>
          </a:p>
          <a:p>
            <a:r>
              <a:t>• Tested transcriptional co-regulation</a:t>
            </a:r>
          </a:p>
          <a:p>
            <a:r>
              <a:t>INSERT FIGURE: co-expression scatter plot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PCA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Dimensionality reduction of RNA-seq data</a:t>
            </a:r>
          </a:p>
          <a:p>
            <a:r>
              <a:t>• PC1/PC2 explain major variance</a:t>
            </a:r>
          </a:p>
          <a:p>
            <a:r>
              <a:t>• Explores global expression structure</a:t>
            </a:r>
          </a:p>
          <a:p>
            <a:r>
              <a:t>INSERT FIGURE: PCA plot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SERINC Family Heatmap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Correlation between SERINC genes</a:t>
            </a:r>
          </a:p>
          <a:p>
            <a:r>
              <a:t>• Spearman correlation matrix</a:t>
            </a:r>
          </a:p>
          <a:p>
            <a:r>
              <a:t>INSERT FIGURE: heatmap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SERINC5 shows strongest association with infectivity</a:t>
            </a:r>
          </a:p>
          <a:p>
            <a:r>
              <a:t>• SERINC3 weaker / inconsistent association</a:t>
            </a:r>
          </a:p>
          <a:p>
            <a:r>
              <a:t>• No strong co-expression signal</a:t>
            </a:r>
          </a:p>
          <a:p>
            <a:r>
              <a:t>• PCA shows global variation across cell 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